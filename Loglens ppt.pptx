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63" r:id="rId3"/>
    <p:sldId id="264" r:id="rId4"/>
    <p:sldId id="274" r:id="rId5"/>
    <p:sldId id="257" r:id="rId6"/>
    <p:sldId id="259" r:id="rId7"/>
    <p:sldId id="258" r:id="rId8"/>
    <p:sldId id="260" r:id="rId9"/>
    <p:sldId id="261" r:id="rId10"/>
    <p:sldId id="262" r:id="rId11"/>
    <p:sldId id="265" r:id="rId12"/>
    <p:sldId id="266" r:id="rId13"/>
    <p:sldId id="267" r:id="rId14"/>
    <p:sldId id="268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7D824-2902-BE16-FC92-05BE44EB7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B37DD4-2F8E-6938-CD0A-B1422B45C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F213F-C745-3AB8-5F8F-17EC67824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F2D2-80E3-4EF5-B18E-A1BAC2E4308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B02C1-4C87-5CC8-59F7-E5E51AEA5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9DAF2-3048-4530-3714-F0EEDC9D5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E01D-55AF-410B-AA95-1F7FE9378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850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5BDFF-E72A-05BC-8F71-84CC6E3D8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90876-6C18-DE50-0917-319DDCA43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48256-C0FB-19FF-F361-80DBEE4EE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F2D2-80E3-4EF5-B18E-A1BAC2E4308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0C3F9-341B-2E1F-6BA7-F65D645B5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0CFD8-4CE6-939E-C0C2-DA0930939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E01D-55AF-410B-AA95-1F7FE9378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755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1FBA6-16FE-EA31-7982-48FE6143C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6F9CF-E700-5E50-F2A4-DFEE8BD36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A008-AC76-6777-807D-36535651A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F2D2-80E3-4EF5-B18E-A1BAC2E4308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8D727-3B2C-4CBA-9F78-25A87CD3C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9F78-7EAA-87A5-97EF-B600226F7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E01D-55AF-410B-AA95-1F7FE9378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529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3D7E7-A26A-4785-C7BB-E3EF1C7DB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E6DF6-BF16-9094-7D7D-9D6428476F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0B3BD-5401-296E-330B-ECAFCD0B3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B9627-EF66-27BB-F520-68D57AA5A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F2D2-80E3-4EF5-B18E-A1BAC2E4308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2A44E-F383-5AA5-B3D6-082D5E2F1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73FFA-191E-0746-56CD-B5A6F2CEB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E01D-55AF-410B-AA95-1F7FE9378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14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D1786-8284-4807-814F-E4F771BC4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F0740-5C8C-9C7B-2CBE-359486F0F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990C4A-4F90-491D-91D6-2A5EFCFE8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0B64E2-3740-AB49-025A-4E1AB6C032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DE6147-94D9-03AC-F0B1-9F6DA1A904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F036DF-93DF-DE3A-DF88-7437F1A6E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F2D2-80E3-4EF5-B18E-A1BAC2E4308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72B705-D375-55E2-5542-6DE48D179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AB7928-1CB9-689A-049B-FF2C4004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E01D-55AF-410B-AA95-1F7FE9378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46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009CA-C3C8-53FA-43B4-C18A34353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2AE67D-941C-DB2A-86DD-09B2CC46B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F2D2-80E3-4EF5-B18E-A1BAC2E4308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F42E39-47D6-DF20-BC63-D36F84172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210807-21F2-0514-9396-C50126A86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E01D-55AF-410B-AA95-1F7FE9378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038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4D2137-AD9D-814F-C4A0-13C6FB39F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F2D2-80E3-4EF5-B18E-A1BAC2E4308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C9A2F1-3DA2-A3DA-93EC-4028CE853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DD250-38E7-D308-4F4B-B14540E7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E01D-55AF-410B-AA95-1F7FE9378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613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17020-0910-0C77-2CE3-E8E9FB85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544E3-2E39-EF61-45FD-E040B8D48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64BBF-2D47-8060-2916-E46474C4D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F9749-E9DD-193C-C909-E8CF4115D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F2D2-80E3-4EF5-B18E-A1BAC2E4308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A2480-A75A-E156-A3A2-2E25B04F9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42E91-BF9A-53D5-94EA-30EB1959D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E01D-55AF-410B-AA95-1F7FE9378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114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AA69A-BB8D-E12D-FBE9-F957F9908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9EB629-E0F7-249E-71CD-271EEE628D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DBFA2-35EF-C6EE-7C1B-7B3A1A8D1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B5646-A57C-18FA-2020-BFD48CD5A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F2D2-80E3-4EF5-B18E-A1BAC2E4308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F531E-AA42-2B61-6C5D-706977256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1278B-4D6C-572F-03A8-670429E3F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E01D-55AF-410B-AA95-1F7FE9378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015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40A11-945D-08BA-542A-CFD7DDCB9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CADC80-2EFC-A8CB-187D-5F39E32DD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20334-4951-EF36-2323-96ED7E65F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F2D2-80E3-4EF5-B18E-A1BAC2E4308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FEC8C-4329-AD38-93B5-222EA9830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038F8-4243-76DD-9F4E-FF0EC02CB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E01D-55AF-410B-AA95-1F7FE9378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35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D048F0-BA9C-AA71-3E68-8E945B12E2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7276EF-AF96-D93E-6307-765ECC4C8F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4C37E-5037-ED90-A924-51B68628C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F2D2-80E3-4EF5-B18E-A1BAC2E4308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AE0D1-63BF-2FC2-D54A-934EF583D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E7379-1A64-4C4C-D0B0-6E455D1F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E01D-55AF-410B-AA95-1F7FE9378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390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760C8C-7713-49D9-70B4-42D1CA2A8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D6E5F-47AD-2419-5E34-2BE2EDBC9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E0F35-C032-C4F0-14D8-FFF1D7B17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8F2D2-80E3-4EF5-B18E-A1BAC2E4308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22603-8A1A-EC00-5C27-EDE31AFC7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0922A-95AE-CAD4-47C3-994D37EBBD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2E01D-55AF-410B-AA95-1F7FE9378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969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id-shrijachalke@gmail.com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FA859-DD3A-5577-3D71-742626844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988AD7-18C6-B73B-F503-43305951A953}"/>
              </a:ext>
            </a:extLst>
          </p:cNvPr>
          <p:cNvSpPr txBox="1"/>
          <p:nvPr/>
        </p:nvSpPr>
        <p:spPr>
          <a:xfrm>
            <a:off x="768986" y="1724526"/>
            <a:ext cx="1042012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Title:</a:t>
            </a:r>
          </a:p>
          <a:p>
            <a:pPr algn="ctr"/>
            <a:r>
              <a:rPr lang="en-IN" sz="4400" dirty="0" err="1"/>
              <a:t>Loglens</a:t>
            </a:r>
            <a:r>
              <a:rPr lang="en-IN" sz="4400" dirty="0"/>
              <a:t>-Simplified security log analysis (SIEM-Lite tool)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868670-6BC9-5CFA-C796-13C033FCAE88}"/>
              </a:ext>
            </a:extLst>
          </p:cNvPr>
          <p:cNvSpPr txBox="1"/>
          <p:nvPr/>
        </p:nvSpPr>
        <p:spPr>
          <a:xfrm>
            <a:off x="7429047" y="4799178"/>
            <a:ext cx="444256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Presented by:</a:t>
            </a:r>
          </a:p>
          <a:p>
            <a:r>
              <a:rPr lang="en-IN" sz="2400" dirty="0"/>
              <a:t>Name-Shrija Sujit Chalke</a:t>
            </a:r>
          </a:p>
          <a:p>
            <a:r>
              <a:rPr lang="en-IN" sz="2400" dirty="0"/>
              <a:t>Course-Cyber security </a:t>
            </a:r>
          </a:p>
          <a:p>
            <a:r>
              <a:rPr lang="en-IN" sz="2400" dirty="0"/>
              <a:t>Email </a:t>
            </a:r>
            <a:r>
              <a:rPr lang="en-IN" sz="2400" dirty="0">
                <a:hlinkClick r:id="rId2"/>
              </a:rPr>
              <a:t>id - shrijachalke@gmail.com</a:t>
            </a:r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13641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DC316-0E1E-8A8D-66E1-89CE87384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020ADD-FFCC-F5F2-5819-CAEB3574E848}"/>
              </a:ext>
            </a:extLst>
          </p:cNvPr>
          <p:cNvSpPr txBox="1"/>
          <p:nvPr/>
        </p:nvSpPr>
        <p:spPr>
          <a:xfrm>
            <a:off x="127301" y="84868"/>
            <a:ext cx="11946712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Project Overview</a:t>
            </a:r>
          </a:p>
          <a:p>
            <a:endParaRPr lang="en-IN" sz="3200" dirty="0"/>
          </a:p>
          <a:p>
            <a:r>
              <a:rPr lang="en-US" sz="2400" dirty="0"/>
              <a:t>Modern web servers generate huge volumes of log data that record every request made to the server. These logs act as digital evidence of system activity and potential cyber-attacks.</a:t>
            </a:r>
          </a:p>
          <a:p>
            <a:r>
              <a:rPr lang="en-US" sz="2400" dirty="0"/>
              <a:t>However:</a:t>
            </a:r>
          </a:p>
          <a:p>
            <a:r>
              <a:rPr lang="en-US" sz="2400" dirty="0"/>
              <a:t>Logs may contain millions of entries daily.</a:t>
            </a:r>
          </a:p>
          <a:p>
            <a:r>
              <a:rPr lang="en-US" sz="2400" dirty="0"/>
              <a:t>Manual analysis is impractical.</a:t>
            </a:r>
          </a:p>
          <a:p>
            <a:r>
              <a:rPr lang="en-US" sz="2400" dirty="0"/>
              <a:t>Security threats can remain hidden.</a:t>
            </a:r>
          </a:p>
          <a:p>
            <a:r>
              <a:rPr lang="en-US" sz="2400" b="1" dirty="0" err="1"/>
              <a:t>LogLens</a:t>
            </a:r>
            <a:r>
              <a:rPr lang="en-US" sz="2400" dirty="0"/>
              <a:t> is developed to automate this process by transforming raw logs into meaningful security insights.</a:t>
            </a:r>
          </a:p>
          <a:p>
            <a:r>
              <a:rPr lang="en-US" sz="2400" dirty="0" err="1"/>
              <a:t>LogLens</a:t>
            </a:r>
            <a:r>
              <a:rPr lang="en-US" sz="2400" dirty="0"/>
              <a:t> is a lightweight SIEM-like tool designed to analyze web server log files automatically.</a:t>
            </a:r>
            <a:br>
              <a:rPr lang="en-US" sz="2400" dirty="0"/>
            </a:br>
            <a:r>
              <a:rPr lang="en-US" sz="2400" dirty="0"/>
              <a:t>Instead of manually inspecting millions of log entries, the system:</a:t>
            </a:r>
          </a:p>
          <a:p>
            <a:r>
              <a:rPr lang="en-US" sz="2400" dirty="0"/>
              <a:t>Parses raw logs.</a:t>
            </a:r>
          </a:p>
          <a:p>
            <a:r>
              <a:rPr lang="en-US" sz="2400" dirty="0"/>
              <a:t>Detects cyber-attack patterns.</a:t>
            </a:r>
          </a:p>
          <a:p>
            <a:r>
              <a:rPr lang="en-US" sz="2400" dirty="0"/>
              <a:t>Aggregates results.</a:t>
            </a:r>
          </a:p>
          <a:p>
            <a:r>
              <a:rPr lang="en-US" sz="2400" dirty="0"/>
              <a:t>Displays insights via a dashboard.</a:t>
            </a:r>
          </a:p>
          <a:p>
            <a:r>
              <a:rPr lang="en-US" sz="2400" dirty="0"/>
              <a:t>It answers: </a:t>
            </a:r>
            <a:r>
              <a:rPr lang="en-US" sz="2400" b="1" dirty="0"/>
              <a:t>Who attacked, how, and when.</a:t>
            </a:r>
            <a:endParaRPr lang="en-US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3091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E90E9-0903-8E33-58A3-0E0C09083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A731DA-F5CD-F4CD-A947-2ABA8606218C}"/>
              </a:ext>
            </a:extLst>
          </p:cNvPr>
          <p:cNvSpPr txBox="1"/>
          <p:nvPr/>
        </p:nvSpPr>
        <p:spPr>
          <a:xfrm>
            <a:off x="208547" y="203113"/>
            <a:ext cx="11405937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</a:t>
            </a:r>
          </a:p>
          <a:p>
            <a:endParaRPr lang="en-US" sz="2800" b="1" dirty="0"/>
          </a:p>
          <a:p>
            <a:r>
              <a:rPr lang="en-US" sz="2400" b="1" dirty="0"/>
              <a:t>Problem:</a:t>
            </a:r>
          </a:p>
          <a:p>
            <a:r>
              <a:rPr lang="en-US" sz="2400" dirty="0"/>
              <a:t>Organizations face several challenges in log analysis:</a:t>
            </a:r>
          </a:p>
          <a:p>
            <a:r>
              <a:rPr lang="en-US" sz="2400" dirty="0"/>
              <a:t>Massive log size (GBs per day).</a:t>
            </a:r>
          </a:p>
          <a:p>
            <a:r>
              <a:rPr lang="en-US" sz="2400" dirty="0"/>
              <a:t>Unstructured text format.</a:t>
            </a:r>
          </a:p>
          <a:p>
            <a:r>
              <a:rPr lang="en-US" sz="2400" dirty="0"/>
              <a:t>Difficulty identifying malicious patterns.</a:t>
            </a:r>
          </a:p>
          <a:p>
            <a:r>
              <a:rPr lang="en-US" sz="2400" dirty="0"/>
              <a:t>Lack of real-time insights.</a:t>
            </a:r>
          </a:p>
          <a:p>
            <a:r>
              <a:rPr lang="en-US" sz="2400" dirty="0"/>
              <a:t>Attack attempts may go unnoticed.</a:t>
            </a:r>
          </a:p>
          <a:p>
            <a:r>
              <a:rPr lang="en-US" sz="2400" dirty="0"/>
              <a:t>Security teams need automated insights.</a:t>
            </a:r>
          </a:p>
          <a:p>
            <a:endParaRPr lang="en-US" sz="2400" dirty="0"/>
          </a:p>
          <a:p>
            <a:r>
              <a:rPr lang="en-US" sz="2400" b="1" dirty="0"/>
              <a:t>Solution:</a:t>
            </a:r>
            <a:br>
              <a:rPr lang="en-US" sz="2400" dirty="0"/>
            </a:br>
            <a:r>
              <a:rPr lang="en-US" sz="2400" dirty="0" err="1"/>
              <a:t>LogLens</a:t>
            </a:r>
            <a:r>
              <a:rPr lang="en-US" sz="2400" dirty="0"/>
              <a:t> automates log parsing, threat detection, and visualization.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95488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7D257-4C50-7E40-FAB7-1FE627B22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C20335-A24B-8EFC-3827-41D7FCAE1BC9}"/>
              </a:ext>
            </a:extLst>
          </p:cNvPr>
          <p:cNvSpPr txBox="1"/>
          <p:nvPr/>
        </p:nvSpPr>
        <p:spPr>
          <a:xfrm>
            <a:off x="324465" y="344129"/>
            <a:ext cx="6620723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Objectives</a:t>
            </a:r>
          </a:p>
          <a:p>
            <a:endParaRPr lang="en-US" sz="2800" b="1" dirty="0"/>
          </a:p>
          <a:p>
            <a:r>
              <a:rPr lang="en-US" sz="2400" dirty="0"/>
              <a:t>The main objectives of the </a:t>
            </a:r>
            <a:r>
              <a:rPr lang="en-US" sz="2400" dirty="0" err="1"/>
              <a:t>LogLens</a:t>
            </a:r>
            <a:r>
              <a:rPr lang="en-US" sz="2400" dirty="0"/>
              <a:t> system are:</a:t>
            </a:r>
          </a:p>
          <a:p>
            <a:r>
              <a:rPr lang="en-US" sz="2400" dirty="0"/>
              <a:t>To automate web server log analysis</a:t>
            </a:r>
          </a:p>
          <a:p>
            <a:r>
              <a:rPr lang="en-US" sz="2400" dirty="0"/>
              <a:t>To extract structured data from raw logs</a:t>
            </a:r>
          </a:p>
          <a:p>
            <a:r>
              <a:rPr lang="en-US" sz="2400" dirty="0"/>
              <a:t>To detect common web-based attacks</a:t>
            </a:r>
          </a:p>
          <a:p>
            <a:r>
              <a:rPr lang="en-US" sz="2400" dirty="0"/>
              <a:t>To identify malicious IP addresses</a:t>
            </a:r>
          </a:p>
          <a:p>
            <a:r>
              <a:rPr lang="en-US" sz="2400" dirty="0"/>
              <a:t>To visualize attack patterns and trends</a:t>
            </a:r>
          </a:p>
          <a:p>
            <a:r>
              <a:rPr lang="en-US" sz="2400" dirty="0"/>
              <a:t>To handle large log files efficiently</a:t>
            </a:r>
          </a:p>
          <a:p>
            <a:r>
              <a:rPr lang="en-US" sz="2400" dirty="0"/>
              <a:t>To assist system administrators in threat monitoring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7635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61A737-574F-CC77-8056-6FE24474A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19" y="723839"/>
            <a:ext cx="11021961" cy="61341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6C70A9-582C-CABE-5270-EAB278FE7583}"/>
              </a:ext>
            </a:extLst>
          </p:cNvPr>
          <p:cNvSpPr txBox="1"/>
          <p:nvPr/>
        </p:nvSpPr>
        <p:spPr>
          <a:xfrm>
            <a:off x="432620" y="255639"/>
            <a:ext cx="307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Step 1- Project folder structure</a:t>
            </a:r>
          </a:p>
        </p:txBody>
      </p:sp>
    </p:spTree>
    <p:extLst>
      <p:ext uri="{BB962C8B-B14F-4D97-AF65-F5344CB8AC3E}">
        <p14:creationId xmlns:p14="http://schemas.microsoft.com/office/powerpoint/2010/main" val="3751689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34CB4-6F69-2426-82F7-D8937AA05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AC2707-870E-BAEF-CD7A-E901BA148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90" y="819487"/>
            <a:ext cx="11405419" cy="60385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976425-B61C-DB28-4E80-0E47B034BA3E}"/>
              </a:ext>
            </a:extLst>
          </p:cNvPr>
          <p:cNvSpPr txBox="1"/>
          <p:nvPr/>
        </p:nvSpPr>
        <p:spPr>
          <a:xfrm>
            <a:off x="393290" y="324464"/>
            <a:ext cx="2788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Step 2- Running flask server</a:t>
            </a:r>
          </a:p>
        </p:txBody>
      </p:sp>
    </p:spTree>
    <p:extLst>
      <p:ext uri="{BB962C8B-B14F-4D97-AF65-F5344CB8AC3E}">
        <p14:creationId xmlns:p14="http://schemas.microsoft.com/office/powerpoint/2010/main" val="2595394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7A1FE6-E388-2EB7-94B9-D484F92AAB3F}"/>
              </a:ext>
            </a:extLst>
          </p:cNvPr>
          <p:cNvSpPr txBox="1"/>
          <p:nvPr/>
        </p:nvSpPr>
        <p:spPr>
          <a:xfrm>
            <a:off x="0" y="245806"/>
            <a:ext cx="3157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Step 3- Log file upload interface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971178-61A0-F894-01A4-822C3727F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1951"/>
            <a:ext cx="12192000" cy="609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564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8C727-DA75-62CB-7423-87D91A4FD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3C231-B431-1ABC-7B00-0B6F3F45CDE1}"/>
              </a:ext>
            </a:extLst>
          </p:cNvPr>
          <p:cNvSpPr txBox="1"/>
          <p:nvPr/>
        </p:nvSpPr>
        <p:spPr>
          <a:xfrm>
            <a:off x="353961" y="294968"/>
            <a:ext cx="3151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Step 4- Threat detection 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68418D-B298-44CC-4631-905DEB79C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7057"/>
            <a:ext cx="12192000" cy="613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145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04319-D3FD-2F56-7E2A-68389B833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13176C-97B6-CC1A-E463-B15188201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0193"/>
            <a:ext cx="12192000" cy="583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446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DB02D-74F3-251B-C0A6-54D9198D1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13A70C-8C9C-9A95-7BE9-7F31C2A73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768" y="0"/>
            <a:ext cx="3436438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EC3338-D10A-277A-0BB6-C6F529A139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34440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763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CF53A-D24B-F09E-AB36-42958C47F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1C2B7D-F529-44CD-F98F-EDE9DEDF3CED}"/>
              </a:ext>
            </a:extLst>
          </p:cNvPr>
          <p:cNvSpPr txBox="1"/>
          <p:nvPr/>
        </p:nvSpPr>
        <p:spPr>
          <a:xfrm>
            <a:off x="127819" y="68826"/>
            <a:ext cx="794446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Tools and technologies used</a:t>
            </a:r>
          </a:p>
          <a:p>
            <a:endParaRPr lang="en-IN" dirty="0"/>
          </a:p>
          <a:p>
            <a:r>
              <a:rPr lang="en-IN" sz="2400" b="1" dirty="0"/>
              <a:t>Programming Languages</a:t>
            </a:r>
          </a:p>
          <a:p>
            <a:r>
              <a:rPr lang="en-IN" sz="2400" dirty="0"/>
              <a:t>Python / Node.js — Backend processing</a:t>
            </a:r>
          </a:p>
          <a:p>
            <a:r>
              <a:rPr lang="en-IN" sz="2400" dirty="0"/>
              <a:t>JavaScript — Frontend logic</a:t>
            </a:r>
          </a:p>
          <a:p>
            <a:r>
              <a:rPr lang="en-IN" sz="2400" b="1" dirty="0"/>
              <a:t>Frameworks</a:t>
            </a:r>
          </a:p>
          <a:p>
            <a:r>
              <a:rPr lang="en-IN" sz="2400" dirty="0"/>
              <a:t>Flask / Express — Backend API</a:t>
            </a:r>
          </a:p>
          <a:p>
            <a:r>
              <a:rPr lang="en-IN" sz="2400" dirty="0"/>
              <a:t>React.js — User interface</a:t>
            </a:r>
          </a:p>
          <a:p>
            <a:r>
              <a:rPr lang="en-IN" sz="2400" b="1" dirty="0"/>
              <a:t>Libraries &amp; Utilities</a:t>
            </a:r>
          </a:p>
          <a:p>
            <a:r>
              <a:rPr lang="en-IN" sz="2400" dirty="0"/>
              <a:t>Regular Expressions (Regex) — Pattern matching</a:t>
            </a:r>
          </a:p>
          <a:p>
            <a:r>
              <a:rPr lang="en-IN" sz="2400" dirty="0"/>
              <a:t>Pandas — Data processing (if Python used)</a:t>
            </a:r>
          </a:p>
          <a:p>
            <a:r>
              <a:rPr lang="en-IN" sz="2400" dirty="0"/>
              <a:t>Recharts — Data visualization</a:t>
            </a:r>
          </a:p>
          <a:p>
            <a:r>
              <a:rPr lang="en-IN" sz="2400" b="1" dirty="0"/>
              <a:t>Databases &amp; Resources</a:t>
            </a:r>
          </a:p>
          <a:p>
            <a:r>
              <a:rPr lang="en-IN" sz="2400" dirty="0"/>
              <a:t>Attack Signature Database (JSON)</a:t>
            </a:r>
          </a:p>
          <a:p>
            <a:r>
              <a:rPr lang="en-IN" sz="2400" dirty="0" err="1"/>
              <a:t>GeoIP</a:t>
            </a:r>
            <a:r>
              <a:rPr lang="en-IN" sz="2400" dirty="0"/>
              <a:t> Database (</a:t>
            </a:r>
            <a:r>
              <a:rPr lang="en-IN" sz="2400" dirty="0" err="1"/>
              <a:t>MaxMind</a:t>
            </a:r>
            <a:r>
              <a:rPr lang="en-IN" sz="2400" dirty="0"/>
              <a:t>)</a:t>
            </a:r>
          </a:p>
          <a:p>
            <a:r>
              <a:rPr lang="en-IN" sz="2400" b="1" dirty="0"/>
              <a:t>Development Tools</a:t>
            </a:r>
          </a:p>
          <a:p>
            <a:r>
              <a:rPr lang="en-IN" sz="2400" dirty="0"/>
              <a:t>GitHub — Version control</a:t>
            </a:r>
          </a:p>
          <a:p>
            <a:r>
              <a:rPr lang="en-IN" sz="2400" dirty="0"/>
              <a:t>Browser — Application testing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4444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85BD9-8EE2-0E7D-CE25-E7D9AC77F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04897C-10D6-ACD3-EDD3-A362818CCBE4}"/>
              </a:ext>
            </a:extLst>
          </p:cNvPr>
          <p:cNvSpPr txBox="1"/>
          <p:nvPr/>
        </p:nvSpPr>
        <p:spPr>
          <a:xfrm>
            <a:off x="0" y="0"/>
            <a:ext cx="11867536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Methodology</a:t>
            </a:r>
          </a:p>
          <a:p>
            <a:endParaRPr lang="en-IN" sz="1400" dirty="0"/>
          </a:p>
          <a:p>
            <a:r>
              <a:rPr lang="en-US" sz="1400" dirty="0"/>
              <a:t>The development of </a:t>
            </a:r>
            <a:r>
              <a:rPr lang="en-US" sz="1400" dirty="0" err="1"/>
              <a:t>LogLens</a:t>
            </a:r>
            <a:r>
              <a:rPr lang="en-US" sz="1400" dirty="0"/>
              <a:t> was carried out in a structured and systematic manner. The system was designed using modular architecture to ensure scalability, maintainability, and performance efficiency.</a:t>
            </a:r>
          </a:p>
          <a:p>
            <a:endParaRPr lang="en-US" sz="1400" dirty="0"/>
          </a:p>
          <a:p>
            <a:r>
              <a:rPr lang="en-US" sz="1400" b="1" dirty="0"/>
              <a:t>Phase 1: System Design</a:t>
            </a:r>
          </a:p>
          <a:p>
            <a:r>
              <a:rPr lang="en-US" sz="1400" dirty="0"/>
              <a:t>Analyzed project requirements and defined system objectives.</a:t>
            </a:r>
          </a:p>
          <a:p>
            <a:r>
              <a:rPr lang="en-US" sz="1400" dirty="0"/>
              <a:t>Designed the architecture consisting of Parser Engine, Threat Detection Engine, and Analysis Module.</a:t>
            </a:r>
          </a:p>
          <a:p>
            <a:r>
              <a:rPr lang="en-US" sz="1400" dirty="0"/>
              <a:t>Decided to use backend processing to handle large log files efficiently.</a:t>
            </a:r>
          </a:p>
          <a:p>
            <a:r>
              <a:rPr lang="en-US" sz="1400" b="1" dirty="0"/>
              <a:t>Phase 2: Log Parsing</a:t>
            </a:r>
          </a:p>
          <a:p>
            <a:r>
              <a:rPr lang="en-US" sz="1400" dirty="0"/>
              <a:t>Implemented a file upload interface to accept .log files.</a:t>
            </a:r>
          </a:p>
          <a:p>
            <a:r>
              <a:rPr lang="en-US" sz="1400" dirty="0"/>
              <a:t>Used Regular Expressions (Regex) to parse Common Log Format (CLF).</a:t>
            </a:r>
          </a:p>
          <a:p>
            <a:r>
              <a:rPr lang="en-US" sz="1400" dirty="0"/>
              <a:t>Extracted structured fields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IP Address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Timestamp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HTTP Method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Request Path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Status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Response Size</a:t>
            </a:r>
          </a:p>
          <a:p>
            <a:r>
              <a:rPr lang="en-US" sz="1400" dirty="0"/>
              <a:t>Converted unstructured log lines into structured JSON format.</a:t>
            </a:r>
          </a:p>
          <a:p>
            <a:r>
              <a:rPr lang="en-US" sz="1400" b="1" dirty="0"/>
              <a:t>Phase 3: Threat Detection</a:t>
            </a:r>
          </a:p>
          <a:p>
            <a:r>
              <a:rPr lang="en-US" sz="1400" dirty="0"/>
              <a:t>Created a database of attack signatures using Regex patterns.</a:t>
            </a:r>
          </a:p>
          <a:p>
            <a:r>
              <a:rPr lang="en-US" sz="1400" dirty="0"/>
              <a:t>Compared each parsed log entry against known attack patterns.</a:t>
            </a:r>
          </a:p>
          <a:p>
            <a:r>
              <a:rPr lang="en-US" sz="1400" dirty="0"/>
              <a:t>Detected: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SQL Injection attempts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Cross-Site Scripting (XSS)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Directory Traversal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Brute Force login attempts</a:t>
            </a:r>
          </a:p>
          <a:p>
            <a:r>
              <a:rPr lang="en-US" sz="1400" dirty="0"/>
              <a:t>Tagged suspicious entries with attack type and severity.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700452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833DF-295E-A190-251F-4503A5790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76D83F-5C1C-6D59-B0AE-52520B5ED9CF}"/>
              </a:ext>
            </a:extLst>
          </p:cNvPr>
          <p:cNvSpPr txBox="1"/>
          <p:nvPr/>
        </p:nvSpPr>
        <p:spPr>
          <a:xfrm>
            <a:off x="412955" y="344129"/>
            <a:ext cx="4973541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Phase 4: Data Aggregation &amp; Analysis</a:t>
            </a:r>
          </a:p>
          <a:p>
            <a:r>
              <a:rPr lang="en-US" sz="1400" dirty="0"/>
              <a:t>Counted suspicious activities per IP address.</a:t>
            </a:r>
          </a:p>
          <a:p>
            <a:r>
              <a:rPr lang="en-US" sz="1400" dirty="0"/>
              <a:t>Identified top attackers based on frequency.</a:t>
            </a:r>
          </a:p>
          <a:p>
            <a:r>
              <a:rPr lang="en-US" sz="1400" dirty="0"/>
              <a:t>Generated summarized statistics including: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Total log entries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Suspicious count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Attack categories</a:t>
            </a:r>
          </a:p>
          <a:p>
            <a:r>
              <a:rPr lang="en-US" sz="1400" b="1" dirty="0"/>
              <a:t>Phase 5: Optimization</a:t>
            </a:r>
          </a:p>
          <a:p>
            <a:r>
              <a:rPr lang="en-US" sz="1400" dirty="0"/>
              <a:t>Implemented line-by-line processing instead of loading entire file.</a:t>
            </a:r>
          </a:p>
          <a:p>
            <a:r>
              <a:rPr lang="en-US" sz="1400" dirty="0"/>
              <a:t>Ensured efficient memory usage for handling large files.</a:t>
            </a:r>
          </a:p>
          <a:p>
            <a:r>
              <a:rPr lang="en-US" sz="1400" dirty="0"/>
              <a:t>Used backend processing to prevent browser crashes.</a:t>
            </a:r>
          </a:p>
          <a:p>
            <a:endParaRPr lang="en-US" sz="14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485665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2D8DF-B7E3-DFEC-909C-055D0C53F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2B60A8-B430-2426-0472-6B096F46CCB7}"/>
              </a:ext>
            </a:extLst>
          </p:cNvPr>
          <p:cNvSpPr txBox="1"/>
          <p:nvPr/>
        </p:nvSpPr>
        <p:spPr>
          <a:xfrm>
            <a:off x="320842" y="529389"/>
            <a:ext cx="11421979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b="1" dirty="0"/>
              <a:t>Conclusion</a:t>
            </a:r>
          </a:p>
          <a:p>
            <a:pPr algn="just"/>
            <a:endParaRPr lang="en-IN" sz="2400" dirty="0"/>
          </a:p>
          <a:p>
            <a:pPr algn="just"/>
            <a:r>
              <a:rPr lang="en-US" sz="2400" dirty="0" err="1"/>
              <a:t>LogLens</a:t>
            </a:r>
            <a:r>
              <a:rPr lang="en-US" sz="2400" dirty="0"/>
              <a:t> successfully demonstrates how automated log analysis can significantly improve security monitoring and threat detection.</a:t>
            </a:r>
          </a:p>
          <a:p>
            <a:pPr algn="just"/>
            <a:r>
              <a:rPr lang="en-US" sz="2400" dirty="0"/>
              <a:t>The system transforms large, unstructured web server logs into structured, meaningful security insights.</a:t>
            </a:r>
          </a:p>
          <a:p>
            <a:pPr algn="just"/>
            <a:r>
              <a:rPr lang="en-US" sz="2400" dirty="0"/>
              <a:t>By combining parsing, pattern recognition, and data aggregation techniques, </a:t>
            </a:r>
            <a:r>
              <a:rPr lang="en-US" sz="2400" dirty="0" err="1"/>
              <a:t>LogLens</a:t>
            </a:r>
            <a:r>
              <a:rPr lang="en-US" sz="2400" dirty="0"/>
              <a:t> identifies malicious behavior such as SQL injection, unauthorized access attempts, and brute-force attacks.</a:t>
            </a:r>
          </a:p>
          <a:p>
            <a:pPr algn="just"/>
            <a:r>
              <a:rPr lang="en-US" sz="2400" dirty="0"/>
              <a:t>The project highlights the practical implementation of SIEM concepts in a simplified environment, making it an effective academic and real-world learning tool.</a:t>
            </a:r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40761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917F2-BEE4-BB0B-ADC8-F84B14B26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02D79F-8D01-9DFC-F24F-4981432A4F0C}"/>
              </a:ext>
            </a:extLst>
          </p:cNvPr>
          <p:cNvSpPr txBox="1"/>
          <p:nvPr/>
        </p:nvSpPr>
        <p:spPr>
          <a:xfrm>
            <a:off x="224590" y="288758"/>
            <a:ext cx="8524706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Step-by-Step Short Recipe of how I Achieved This:</a:t>
            </a:r>
          </a:p>
          <a:p>
            <a:endParaRPr lang="en-US" sz="2400" b="1" dirty="0"/>
          </a:p>
          <a:p>
            <a:r>
              <a:rPr lang="en-US" sz="2400" dirty="0"/>
              <a:t>Studied web server log structure (Common Log Format).</a:t>
            </a:r>
          </a:p>
          <a:p>
            <a:r>
              <a:rPr lang="en-US" sz="2400" dirty="0"/>
              <a:t>Designed the system architecture (Parser → Detection → Analysis).</a:t>
            </a:r>
          </a:p>
          <a:p>
            <a:r>
              <a:rPr lang="en-US" sz="2400" dirty="0"/>
              <a:t>Built backend using Flask for file upload and processing.</a:t>
            </a:r>
          </a:p>
          <a:p>
            <a:r>
              <a:rPr lang="en-US" sz="2400" dirty="0"/>
              <a:t>Implemented Regex-based log parsing.</a:t>
            </a:r>
          </a:p>
          <a:p>
            <a:r>
              <a:rPr lang="en-US" sz="2400" dirty="0"/>
              <a:t>Extracted structured data from raw logs.</a:t>
            </a:r>
          </a:p>
          <a:p>
            <a:r>
              <a:rPr lang="en-US" sz="2400" dirty="0"/>
              <a:t>Created attack signature patterns for threat detection.</a:t>
            </a:r>
          </a:p>
          <a:p>
            <a:r>
              <a:rPr lang="en-US" sz="2400" dirty="0"/>
              <a:t>Scanned parsed logs against attack signatures.</a:t>
            </a:r>
          </a:p>
          <a:p>
            <a:r>
              <a:rPr lang="en-US" sz="2400" dirty="0"/>
              <a:t>Identified suspicious activities and counted attack frequency.</a:t>
            </a:r>
          </a:p>
          <a:p>
            <a:r>
              <a:rPr lang="en-US" sz="2400" dirty="0"/>
              <a:t>Generated summarized results including top attackers.</a:t>
            </a:r>
          </a:p>
          <a:p>
            <a:r>
              <a:rPr lang="en-US" sz="2400" dirty="0"/>
              <a:t>Optimized performance using line-by-line processing.</a:t>
            </a:r>
          </a:p>
          <a:p>
            <a:r>
              <a:rPr lang="en-US" sz="2400" dirty="0"/>
              <a:t>Tested the system using sample log files.</a:t>
            </a:r>
          </a:p>
          <a:p>
            <a:r>
              <a:rPr lang="en-US" sz="2400" dirty="0"/>
              <a:t>Verified detection output and captured screenshots.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1004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03D1A-FB9C-DD37-3EAC-E6DD17124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D3C22C-83BA-28F4-56A1-86FB7320FA67}"/>
              </a:ext>
            </a:extLst>
          </p:cNvPr>
          <p:cNvSpPr txBox="1"/>
          <p:nvPr/>
        </p:nvSpPr>
        <p:spPr>
          <a:xfrm>
            <a:off x="3677265" y="2674375"/>
            <a:ext cx="44330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7200" dirty="0"/>
              <a:t>Thank-you!</a:t>
            </a:r>
          </a:p>
        </p:txBody>
      </p:sp>
    </p:spTree>
    <p:extLst>
      <p:ext uri="{BB962C8B-B14F-4D97-AF65-F5344CB8AC3E}">
        <p14:creationId xmlns:p14="http://schemas.microsoft.com/office/powerpoint/2010/main" val="593664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797</Words>
  <Application>Microsoft Office PowerPoint</Application>
  <PresentationFormat>Widescreen</PresentationFormat>
  <Paragraphs>124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shrijachalke2@outlook.com</dc:creator>
  <cp:lastModifiedBy>shrijachalke2@outlook.com</cp:lastModifiedBy>
  <cp:revision>1</cp:revision>
  <dcterms:created xsi:type="dcterms:W3CDTF">2026-02-27T14:26:59Z</dcterms:created>
  <dcterms:modified xsi:type="dcterms:W3CDTF">2026-02-27T16:13:48Z</dcterms:modified>
</cp:coreProperties>
</file>